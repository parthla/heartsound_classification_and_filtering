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93a6562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93a6562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93a6562e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93a6562e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793a6562e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793a6562e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93a6562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93a6562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93a6562e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793a6562e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Instructions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" sz="2800">
                <a:solidFill>
                  <a:schemeClr val="dk1"/>
                </a:solidFill>
              </a:rPr>
              <a:t>Timings: 9:30 am to 6:30 pm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" sz="2800">
                <a:solidFill>
                  <a:schemeClr val="dk1"/>
                </a:solidFill>
              </a:rPr>
              <a:t>Daily Presentation from 9:30 am to 10:00 am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" sz="2800">
                <a:solidFill>
                  <a:schemeClr val="dk1"/>
                </a:solidFill>
              </a:rPr>
              <a:t>All the source folders need to be put in drive shared by Ayu Devices.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" sz="2800">
                <a:solidFill>
                  <a:schemeClr val="dk1"/>
                </a:solidFill>
              </a:rPr>
              <a:t>Project work is strictly confidential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Adaptive Noise cancellation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1: 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Literature Survey 	- 2 days (25th, 26th Nov)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Comparisons			-1 day   (27th Nov)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Block diagram			- 1 day   (29th Nov)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Week 1 Reporting and Presentation - (30th Nov)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2: Algorithm Development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17900" y="1152475"/>
            <a:ext cx="861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Algorithm development version 1 (2nd Dec)</a:t>
            </a:r>
            <a:endParaRPr sz="2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800"/>
              <a:t>Algorithm testing with signals (3rd Dec)</a:t>
            </a:r>
            <a:endParaRPr sz="2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800"/>
              <a:t>Algorithm testing with sounds		(4th Dec)</a:t>
            </a:r>
            <a:endParaRPr sz="2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800"/>
              <a:t>Algorithm version 2 development	(5th Dec and 6th Dec)</a:t>
            </a:r>
            <a:endParaRPr sz="2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800"/>
              <a:t>Week 2 presentation (7th December)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